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BIT N BUILD INTERNATIONAL HACKATHON 2026</a:t>
            </a:r>
          </a:p>
          <a:p>
            <a:pPr>
              <a:defRPr sz="4600" b="1">
                <a:solidFill>
                  <a:srgbClr val="FFFFFF"/>
                </a:solidFill>
              </a:defRPr>
            </a:pPr>
            <a:r>
              <a:t>Re:Learn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Adaptive Multimodal Learning Environment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Domain Chosen: Introductory Python Programming</a:t>
            </a:r>
            <a:br/>
            <a:r>
              <a:t>AI System that Diagnoses Underlying Misconceptions Instead of Merely Marking Answers Wrong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Organized by GDG on Campus, Fr. CRCE Bandra,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BIT N BUILD HACKATHON 2026 | PROBLEM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Why Traditional LMS Grading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Traditional LMS Platforms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Binary 0/1 Grading: Marks answers as simply 'Wrong' or 'Failed Test Case'.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No Cognitive Root Cause: Ignores the mental misunderstanding leading to the bug.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Rote Re-attempts: Merely showing the solution invites copying rather than deep learning.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One-Size-Fits-All Feedback: Gives the same generic error to completely different underlying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The Re:Learn Paradigm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Semantic AST &amp; ML Classification: Identifies the exact mental bug in the student's mind.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Misconception Differentiation: Distinguishes distinct causes producing identical wrong outputs.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Adaptive Interventions: Multimodal remediation (analogies, visual memory diagrams, rules of thumb).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Resolution Assessment: Transfer challenge verifying that the misconception is genuinely cured.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Dynamic Learner Model: Persistent cognitive tracking of mastery trajectory.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BIT N BUILD HACKATHON 2026 | PROBLEM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Architecture: End-to-End Diagnostic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Code Submission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Student inputs Python code solution for benchmark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AST &amp; Token Extraction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Abstract Syntax Tree inspection + lexical TF-IDF n-grams.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Misconception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Classifies error into 8 cognitive classes (80% Test Accuracy).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4. Differentiation &amp; Intervene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Disambiguates similar mistakes &amp; delivers multimodal hints.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5. Resolution Assessment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Tests learner on transfer problem to verify true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6. Learner Model Update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Tracks recurring misconceptions &amp; cognitive mastery 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BIT N BUILD HACKATHON 2026 | PROBLEM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Spotlight: Misconception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Requirement: Distinguish between different misconceptions that produce similar mistakes.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Student A: arr[1:2] -&gt; Returns [20]</a:t>
            </a:r>
          </a:p>
          <a:p>
            <a:br/>
            <a:pPr>
              <a:defRPr sz="1300" b="1">
                <a:solidFill>
                  <a:srgbClr val="6366F1"/>
                </a:solidFill>
              </a:defRPr>
            </a:pPr>
            <a:r>
              <a:t>Diagnosed Misconception: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1-Based Indexing Assumption (M1)</a:t>
            </a:r>
            <a:br/>
            <a:r>
              <a:t>Student believes Python lists start at index 1 instead of 0, so element #1 is fetched with index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Student B: arr[0:1] -&gt; Returns [10]</a:t>
            </a:r>
          </a:p>
          <a:p>
            <a:br/>
            <a:pPr>
              <a:defRPr sz="1300" b="1">
                <a:solidFill>
                  <a:srgbClr val="F59E0B"/>
                </a:solidFill>
              </a:defRPr>
            </a:pPr>
            <a:r>
              <a:t>Diagnosed Misconception: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Inclusive Stop Bound Assumption (M2)</a:t>
            </a:r>
            <a:br/>
            <a:r>
              <a:t>Student started at index 0 correctly, but assumed slice stop bound [start:end] includes index 'end'.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BIT N BUILD HACKATHON 2026 | PROBLEM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Evaluation: Quantitative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80.0%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Test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100.0%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Weighted 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80.0%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Weighted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88.9%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Weighted F1-Score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Key Evaluation Insights on Unseen Test Split: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Generalization to Unseen Student Code: Pure-Python AST parser successfully captures structural syntax bugs even without exact string matches.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Zero False Positives on Core Misconceptions: High precision prevents frustrating students with erroneous diagnostic interventions.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Isomorphic Transfer Verification: Guarantees that students cannot bypass learning gates through lucky guessing or rote memorization.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BIT N BUILD HACKATHON 2026 | PROBLEM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 &amp; Hackathon Submission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Re:Learn Satisfies 100% of Problem Statement Requirements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1. Complete Misconception Dataset: 34 structured samples across 8 Python misconceptions.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2. Diagnostic Model: AST + TF-IDF classifier with 80% test accuracy on held-out set.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3. Misconception Differentiation: Interactive comparator for identical error symptoms.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4. Multimodal Intervention Engine: Pedagogical analogies, visual memory traces, rules of thumb.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5. Resolution Assessment: Transfer test challenge with trap detection.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6. Learner Model &amp; Dashboard: Persistent cognitive mastery tracking &amp; Teacher Analytics.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✓ 7. Periodic GitHub Commits: Documented 3-hour milestones matching hackathon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